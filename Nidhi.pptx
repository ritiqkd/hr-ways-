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1pPr>
    <a:lvl2pPr marL="0" marR="0" indent="457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2pPr>
    <a:lvl3pPr marL="0" marR="0" indent="914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3pPr>
    <a:lvl4pPr marL="0" marR="0" indent="1371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4pPr>
    <a:lvl5pPr marL="0" marR="0" indent="18288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5pPr>
    <a:lvl6pPr marL="0" marR="0" indent="22860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6pPr>
    <a:lvl7pPr marL="0" marR="0" indent="2743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7pPr>
    <a:lvl8pPr marL="0" marR="0" indent="3200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8pPr>
    <a:lvl9pPr marL="0" marR="0" indent="3657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217956"/>
              <a:satOff val="14368"/>
              <a:lumOff val="17764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71091"/>
              <a:satOff val="15926"/>
              <a:lumOff val="22314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45B43B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45B43B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9036"/>
              <a:lumOff val="17111"/>
            </a:schemeClr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BD17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FBD17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8A2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32C5B9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240640"/>
                  <a:satOff val="2542"/>
                  <a:lumOff val="-1319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240640"/>
              <a:satOff val="2542"/>
              <a:lumOff val="-13198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19200" y="11986162"/>
            <a:ext cx="21945599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29" sz="30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19200" y="7567579"/>
            <a:ext cx="21945600" cy="225059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each and sea at sunset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hor and Date"/>
          <p:cNvSpPr txBox="1"/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29" sz="30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/>
          <p:nvPr>
            <p:ph type="title" hasCustomPrompt="1"/>
          </p:nvPr>
        </p:nvSpPr>
        <p:spPr>
          <a:xfrm>
            <a:off x="1215495" y="4585102"/>
            <a:ext cx="9757338" cy="2540001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3" name="Sea against sky at sunset"/>
          <p:cNvSpPr/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Slide Subtitle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4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1" name="Sea against sky at sunset"/>
          <p:cNvSpPr/>
          <p:nvPr>
            <p:ph type="pic" idx="21"/>
          </p:nvPr>
        </p:nvSpPr>
        <p:spPr>
          <a:xfrm>
            <a:off x="12192644" y="718588"/>
            <a:ext cx="10972801" cy="1232962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2" name="Slide Subtitle"/>
          <p:cNvSpPr txBox="1"/>
          <p:nvPr>
            <p:ph type="body" sz="quarter" idx="22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Slide Subtitle"/>
          <p:cNvSpPr txBox="1"/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Slide Subtitle"/>
          <p:cNvSpPr txBox="1"/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19200" y="3242270"/>
            <a:ext cx="21945600" cy="6604001"/>
          </a:xfrm>
          <a:prstGeom prst="rect">
            <a:avLst/>
          </a:prstGeom>
        </p:spPr>
        <p:txBody>
          <a:bodyPr anchor="ctr"/>
          <a:lstStyle>
            <a:lvl1pPr>
              <a:defRPr spc="0" sz="128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4572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9144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13716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18288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 Subtitle"/>
          <p:cNvSpPr txBox="1"/>
          <p:nvPr>
            <p:ph type="body" sz="quarter" idx="21" hasCustomPrompt="1"/>
          </p:nvPr>
        </p:nvSpPr>
        <p:spPr>
          <a:xfrm>
            <a:off x="1219200" y="2387115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/>
          <p:nvPr>
            <p:ph type="body" sz="quarter" idx="21" hasCustomPrompt="1"/>
          </p:nvPr>
        </p:nvSpPr>
        <p:spPr>
          <a:xfrm>
            <a:off x="1219200" y="8462239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7" name="Body Level One…"/>
          <p:cNvSpPr txBox="1"/>
          <p:nvPr>
            <p:ph type="body" sz="half" idx="1" hasCustomPrompt="1"/>
          </p:nvPr>
        </p:nvSpPr>
        <p:spPr>
          <a:xfrm>
            <a:off x="1219200" y="4214484"/>
            <a:ext cx="21945600" cy="4269708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1219200" y="11100053"/>
            <a:ext cx="21945602" cy="832613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ea against sky at sunset 2"/>
          <p:cNvSpPr/>
          <p:nvPr>
            <p:ph type="pic" sz="quarter" idx="21"/>
          </p:nvPr>
        </p:nvSpPr>
        <p:spPr>
          <a:xfrm>
            <a:off x="15744825" y="5581752"/>
            <a:ext cx="7365408" cy="8280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Sea against sky at sunset 1"/>
          <p:cNvSpPr/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each and sea at sunset"/>
          <p:cNvSpPr/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each and sea at sunset"/>
          <p:cNvSpPr/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97689" y="12700000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1pPr>
      <a:lvl2pPr marL="0" marR="0" indent="457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2pPr>
      <a:lvl3pPr marL="0" marR="0" indent="914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3pPr>
      <a:lvl4pPr marL="0" marR="0" indent="1371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4pPr>
      <a:lvl5pPr marL="0" marR="0" indent="18288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5pPr>
      <a:lvl6pPr marL="0" marR="0" indent="22860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6pPr>
      <a:lvl7pPr marL="0" marR="0" indent="2743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7pPr>
      <a:lvl8pPr marL="0" marR="0" indent="3200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8pPr>
      <a:lvl9pPr marL="0" marR="0" indent="3657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9pPr>
    </p:titleStyle>
    <p:bodyStyle>
      <a:lvl1pPr marL="5461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10922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6383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21844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7305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32766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8227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43688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9149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Presentation Title"/>
          <p:cNvSpPr txBox="1"/>
          <p:nvPr>
            <p:ph type="ctrTitle"/>
          </p:nvPr>
        </p:nvSpPr>
        <p:spPr>
          <a:xfrm>
            <a:off x="1219200" y="134783"/>
            <a:ext cx="21945600" cy="426720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3" name="Presentation Subtitle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4" name="Text"/>
          <p:cNvSpPr txBox="1"/>
          <p:nvPr/>
        </p:nvSpPr>
        <p:spPr>
          <a:xfrm>
            <a:off x="11557609" y="6390894"/>
            <a:ext cx="1268782" cy="934212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roject Overview"/>
          <p:cNvSpPr txBox="1"/>
          <p:nvPr/>
        </p:nvSpPr>
        <p:spPr>
          <a:xfrm>
            <a:off x="4540377" y="838369"/>
            <a:ext cx="15303247" cy="3066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2438400">
              <a:lnSpc>
                <a:spcPct val="80000"/>
              </a:lnSpc>
              <a:spcBef>
                <a:spcPts val="0"/>
              </a:spcBef>
              <a:defRPr sz="15500">
                <a:solidFill>
                  <a:srgbClr val="16B5FF"/>
                </a:solidFill>
                <a:latin typeface="+mn-lt"/>
                <a:ea typeface="+mn-ea"/>
                <a:cs typeface="+mn-cs"/>
                <a:sym typeface="Canela Bold"/>
              </a:defRPr>
            </a:lvl1pPr>
          </a:lstStyle>
          <a:p>
            <a:pPr/>
            <a:r>
              <a:t>Project Overview</a:t>
            </a:r>
          </a:p>
        </p:txBody>
      </p:sp>
      <p:sp>
        <p:nvSpPr>
          <p:cNvPr id="177" name="Develop a mobile application that provides real time location tracking of Haryana roadways buses, along  with additional features like route information, schedules and alerts"/>
          <p:cNvSpPr txBox="1"/>
          <p:nvPr/>
        </p:nvSpPr>
        <p:spPr>
          <a:xfrm>
            <a:off x="658304" y="5485146"/>
            <a:ext cx="23434509" cy="5076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>
              <a:defRPr sz="7000"/>
            </a:pPr>
            <a:r>
              <a:t>Develop a mobile application that provides real time location tracking of Haryana roadways buses, along </a:t>
            </a:r>
            <a:br/>
            <a:r>
              <a:t>with additional features like route information, schedules</a:t>
            </a:r>
            <a:br/>
            <a:r>
              <a:t>and alerts</a:t>
            </a:r>
          </a:p>
        </p:txBody>
      </p:sp>
      <p:sp>
        <p:nvSpPr>
          <p:cNvPr id="178" name="Text"/>
          <p:cNvSpPr txBox="1"/>
          <p:nvPr/>
        </p:nvSpPr>
        <p:spPr>
          <a:xfrm>
            <a:off x="17908519" y="16266850"/>
            <a:ext cx="1268782" cy="934213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Key Features"/>
          <p:cNvSpPr txBox="1"/>
          <p:nvPr>
            <p:ph type="title"/>
          </p:nvPr>
        </p:nvSpPr>
        <p:spPr>
          <a:xfrm>
            <a:off x="1970332" y="776188"/>
            <a:ext cx="8251336" cy="1600201"/>
          </a:xfrm>
          <a:prstGeom prst="rect">
            <a:avLst/>
          </a:prstGeom>
        </p:spPr>
        <p:txBody>
          <a:bodyPr/>
          <a:lstStyle>
            <a:lvl1pPr defTabSz="1341120">
              <a:defRPr spc="-77" sz="7700"/>
            </a:lvl1pPr>
          </a:lstStyle>
          <a:p>
            <a:pPr/>
            <a:r>
              <a:t>Key Features</a:t>
            </a:r>
          </a:p>
        </p:txBody>
      </p:sp>
      <p:pic>
        <p:nvPicPr>
          <p:cNvPr id="181" name="nidhi.jpeg" descr="nidhi.jpeg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2272" t="0" r="0" b="0"/>
          <a:stretch>
            <a:fillRect/>
          </a:stretch>
        </p:blipFill>
        <p:spPr>
          <a:xfrm>
            <a:off x="11550816" y="941622"/>
            <a:ext cx="11563829" cy="11832756"/>
          </a:xfrm>
          <a:prstGeom prst="rect">
            <a:avLst/>
          </a:prstGeom>
        </p:spPr>
      </p:pic>
      <p:sp>
        <p:nvSpPr>
          <p:cNvPr id="182" name="Real Time Tracking"/>
          <p:cNvSpPr txBox="1"/>
          <p:nvPr>
            <p:ph type="body" idx="22"/>
          </p:nvPr>
        </p:nvSpPr>
        <p:spPr>
          <a:xfrm>
            <a:off x="1217215" y="3184047"/>
            <a:ext cx="9757570" cy="83261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Real Time Tracking</a:t>
            </a:r>
          </a:p>
        </p:txBody>
      </p:sp>
      <p:sp>
        <p:nvSpPr>
          <p:cNvPr id="183" name="Use GPS to track the location of  buses…"/>
          <p:cNvSpPr txBox="1"/>
          <p:nvPr>
            <p:ph type="body" sz="quarter" idx="1"/>
          </p:nvPr>
        </p:nvSpPr>
        <p:spPr>
          <a:xfrm>
            <a:off x="1217215" y="4824319"/>
            <a:ext cx="9757570" cy="4067362"/>
          </a:xfrm>
          <a:prstGeom prst="rect">
            <a:avLst/>
          </a:prstGeom>
        </p:spPr>
        <p:txBody>
          <a:bodyPr/>
          <a:lstStyle/>
          <a:p>
            <a:pPr marL="513333" indent="-513333" defTabSz="2292038">
              <a:spcBef>
                <a:spcPts val="2200"/>
              </a:spcBef>
              <a:defRPr sz="4136"/>
            </a:pPr>
            <a:r>
              <a:t>Use GPS to track the location of </a:t>
            </a:r>
            <a:br/>
            <a:r>
              <a:t>buses</a:t>
            </a:r>
          </a:p>
          <a:p>
            <a:pPr marL="513333" indent="-513333" defTabSz="2292038">
              <a:spcBef>
                <a:spcPts val="2200"/>
              </a:spcBef>
              <a:defRPr sz="4136"/>
            </a:pPr>
            <a:r>
              <a:t>Display the current location on a </a:t>
            </a:r>
            <a:br/>
            <a:r>
              <a:t>map interface</a:t>
            </a:r>
            <a:b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oute Information"/>
          <p:cNvSpPr txBox="1"/>
          <p:nvPr>
            <p:ph type="title"/>
          </p:nvPr>
        </p:nvSpPr>
        <p:spPr>
          <a:xfrm>
            <a:off x="1221184" y="1095158"/>
            <a:ext cx="9753601" cy="1600201"/>
          </a:xfrm>
          <a:prstGeom prst="rect">
            <a:avLst/>
          </a:prstGeom>
        </p:spPr>
        <p:txBody>
          <a:bodyPr/>
          <a:lstStyle>
            <a:lvl1pPr>
              <a:defRPr spc="-65" sz="6500"/>
            </a:lvl1pPr>
          </a:lstStyle>
          <a:p>
            <a:pPr/>
            <a:r>
              <a:t>Route Information</a:t>
            </a:r>
          </a:p>
        </p:txBody>
      </p:sp>
      <p:pic>
        <p:nvPicPr>
          <p:cNvPr id="186" name="Sea against sky at sunset" descr="Sea against sky at sunset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4472" r="462" b="4884"/>
          <a:stretch>
            <a:fillRect/>
          </a:stretch>
        </p:blipFill>
        <p:spPr>
          <a:xfrm>
            <a:off x="12192644" y="1270000"/>
            <a:ext cx="10922001" cy="11176000"/>
          </a:xfrm>
          <a:prstGeom prst="rect">
            <a:avLst/>
          </a:prstGeom>
        </p:spPr>
      </p:pic>
      <p:sp>
        <p:nvSpPr>
          <p:cNvPr id="187" name="Provide detailed information about  different routes operated by Haryana roadways…"/>
          <p:cNvSpPr txBox="1"/>
          <p:nvPr>
            <p:ph type="body" sz="quarter" idx="1"/>
          </p:nvPr>
        </p:nvSpPr>
        <p:spPr>
          <a:xfrm>
            <a:off x="1219200" y="4023221"/>
            <a:ext cx="9757569" cy="4098771"/>
          </a:xfrm>
          <a:prstGeom prst="rect">
            <a:avLst/>
          </a:prstGeom>
        </p:spPr>
        <p:txBody>
          <a:bodyPr/>
          <a:lstStyle/>
          <a:p>
            <a:pPr/>
            <a:r>
              <a:t>Provide detailed information about </a:t>
            </a:r>
            <a:br/>
            <a:r>
              <a:t>different routes operated by Haryana roadways</a:t>
            </a:r>
          </a:p>
          <a:p>
            <a:pPr/>
            <a:r>
              <a:t>Include stops , timing , and distance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Sea against sky at sunset" descr="Sea against sky at sunset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4472" r="462" b="4884"/>
          <a:stretch>
            <a:fillRect/>
          </a:stretch>
        </p:blipFill>
        <p:spPr>
          <a:xfrm>
            <a:off x="12192644" y="1270000"/>
            <a:ext cx="10922001" cy="11176000"/>
          </a:xfrm>
          <a:prstGeom prst="rect">
            <a:avLst/>
          </a:prstGeom>
        </p:spPr>
      </p:pic>
      <p:sp>
        <p:nvSpPr>
          <p:cNvPr id="190" name="Allow user to view the schedules of buses for specific routes…"/>
          <p:cNvSpPr txBox="1"/>
          <p:nvPr>
            <p:ph type="body" sz="quarter" idx="1"/>
          </p:nvPr>
        </p:nvSpPr>
        <p:spPr>
          <a:xfrm>
            <a:off x="1219200" y="4023221"/>
            <a:ext cx="9757569" cy="4636700"/>
          </a:xfrm>
          <a:prstGeom prst="rect">
            <a:avLst/>
          </a:prstGeom>
        </p:spPr>
        <p:txBody>
          <a:bodyPr/>
          <a:lstStyle/>
          <a:p>
            <a:pPr/>
            <a:r>
              <a:t>Allow user to view the schedules of</a:t>
            </a:r>
            <a:br/>
            <a:r>
              <a:t>buses for specific routes</a:t>
            </a:r>
          </a:p>
          <a:p>
            <a:pPr/>
            <a:r>
              <a:t>Include options for alert for </a:t>
            </a:r>
            <a:br/>
            <a:r>
              <a:t>departure times</a:t>
            </a:r>
            <a:br/>
          </a:p>
        </p:txBody>
      </p:sp>
      <p:sp>
        <p:nvSpPr>
          <p:cNvPr id="191" name="Bus  Schedul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64" sz="6400"/>
            </a:lvl1pPr>
          </a:lstStyle>
          <a:p>
            <a:pPr/>
            <a:r>
              <a:t>Bus  Schedules</a:t>
            </a:r>
          </a:p>
        </p:txBody>
      </p:sp>
      <p:sp>
        <p:nvSpPr>
          <p:cNvPr id="192" name="Slide Number"/>
          <p:cNvSpPr txBox="1"/>
          <p:nvPr>
            <p:ph type="sldNum" sz="quarter" idx="4294967295"/>
          </p:nvPr>
        </p:nvSpPr>
        <p:spPr>
          <a:xfrm>
            <a:off x="12066651" y="12700000"/>
            <a:ext cx="263399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Sea against sky at sunset" descr="Sea against sky at sunset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4472" r="462" b="4884"/>
          <a:stretch>
            <a:fillRect/>
          </a:stretch>
        </p:blipFill>
        <p:spPr>
          <a:xfrm>
            <a:off x="12192644" y="1270000"/>
            <a:ext cx="10922001" cy="11176000"/>
          </a:xfrm>
          <a:prstGeom prst="rect">
            <a:avLst/>
          </a:prstGeom>
        </p:spPr>
      </p:pic>
      <p:sp>
        <p:nvSpPr>
          <p:cNvPr id="195" name="Send notification for delays, arrivals, and  other important updates…"/>
          <p:cNvSpPr txBox="1"/>
          <p:nvPr>
            <p:ph type="body" sz="quarter" idx="1"/>
          </p:nvPr>
        </p:nvSpPr>
        <p:spPr>
          <a:xfrm>
            <a:off x="1219200" y="4023221"/>
            <a:ext cx="9757569" cy="4714766"/>
          </a:xfrm>
          <a:prstGeom prst="rect">
            <a:avLst/>
          </a:prstGeom>
        </p:spPr>
        <p:txBody>
          <a:bodyPr/>
          <a:lstStyle/>
          <a:p>
            <a:pPr/>
            <a:r>
              <a:t>Send notification for delays, arrivals, and  other important updates</a:t>
            </a:r>
          </a:p>
          <a:p>
            <a:pPr/>
            <a:r>
              <a:t>Allows users to set reminders for their journeys</a:t>
            </a:r>
          </a:p>
        </p:txBody>
      </p:sp>
      <p:sp>
        <p:nvSpPr>
          <p:cNvPr id="196" name="Slide Number"/>
          <p:cNvSpPr txBox="1"/>
          <p:nvPr>
            <p:ph type="sldNum" sz="quarter" idx="4294967295"/>
          </p:nvPr>
        </p:nvSpPr>
        <p:spPr>
          <a:xfrm>
            <a:off x="12062587" y="12700000"/>
            <a:ext cx="271527" cy="42926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97" name="User notifica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64" sz="6400"/>
            </a:lvl1pPr>
          </a:lstStyle>
          <a:p>
            <a:pPr/>
            <a:r>
              <a:t>User notification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User friendly interfa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pc="-64" sz="6400"/>
            </a:lvl1pPr>
          </a:lstStyle>
          <a:p>
            <a:pPr/>
            <a:r>
              <a:t>User friendly interface</a:t>
            </a:r>
          </a:p>
        </p:txBody>
      </p:sp>
      <p:pic>
        <p:nvPicPr>
          <p:cNvPr id="200" name="Sea against sky at sunset" descr="Sea against sky at sunset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4472" r="462" b="4884"/>
          <a:stretch>
            <a:fillRect/>
          </a:stretch>
        </p:blipFill>
        <p:spPr>
          <a:xfrm>
            <a:off x="12192644" y="1270000"/>
            <a:ext cx="10922001" cy="11176000"/>
          </a:xfrm>
          <a:prstGeom prst="rect">
            <a:avLst/>
          </a:prstGeom>
        </p:spPr>
      </p:pic>
      <p:sp>
        <p:nvSpPr>
          <p:cNvPr id="201" name="Design an intuitive UI for easy navigation…"/>
          <p:cNvSpPr txBox="1"/>
          <p:nvPr>
            <p:ph type="body" sz="quarter" idx="1"/>
          </p:nvPr>
        </p:nvSpPr>
        <p:spPr>
          <a:xfrm>
            <a:off x="1217215" y="3586231"/>
            <a:ext cx="9757570" cy="4547937"/>
          </a:xfrm>
          <a:prstGeom prst="rect">
            <a:avLst/>
          </a:prstGeom>
        </p:spPr>
        <p:txBody>
          <a:bodyPr/>
          <a:lstStyle/>
          <a:p>
            <a:pPr/>
            <a:r>
              <a:t>Design an intuitive UI for easy navigation </a:t>
            </a:r>
          </a:p>
          <a:p>
            <a:pPr/>
            <a:r>
              <a:t>Include search functionalities for routes and buses</a:t>
            </a:r>
            <a:b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